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</p:sldIdLst>
  <p:notesMasterIdLst>
    <p:notesMasterId r:id="rId9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KUBERNETES ADMINISTRATOR · v1.36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1: Cluster Architecture,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 &amp; Configuration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Building, Securing, and Operating Production Kubernetes Clusters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D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736592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Kubernetes Administrator (CKA) · Kubernetes v1.36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Domain Weight: 25% of the CKA Exam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infrastructure prep, kubeadm, HA control planes, Pods, Deployments, ConfigMaps/Secrets, autoscaling &amp; self-healing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 · Cluster Architecture, Installation &amp; Configuration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7218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14173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Prepare Underlying Infrastructure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18541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213055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Create &amp; Manage Clusters with kubeadm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89864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2843784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Cluster Lifecycle Management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3557016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Highly-Available Control Plane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32511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427024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Pods &amp; Containers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03834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38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70432" y="49834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Deployments, Rolling Updates &amp; Rollbacks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575157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751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70432" y="569671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ConfigMaps &amp; Secrets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55080" y="147218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85432" y="14173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 Workload Autoscaling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355080" y="218541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85432" y="213055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Self-Healing Application Primitives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355080" y="289864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85432" y="2843784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Certification Questions (with solutions)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355080" y="36118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85432" y="3557016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Practice Lab Questions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MODULE MATTERS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Inside the CKA Exam Blueprint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Architecture, Installation &amp; Configuration is the single largest domain on the CKA exam — approximately 25% of all scored tasks.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tasks are performed live, in a terminal, against real clusters — there are no multiple-choice questions on the actual exam (the multiple-choice items in this deck are study aids only).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tasks like: joining a node to a cluster, upgrading a cluster with kubeadm, taking and restoring an etcd snapshot, and troubleshooting a broken kubelet.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matters: you have ~2 hours for ~15-20 performance-based tasks, so muscle-memory with kubeadm, systemctl, and crictl is essential.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assumes comfort with Linux administration (systemd, package managers, iptables/nftables basics) as a prerequisite.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2880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468880" y="18288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Underlying Infrastructure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468880" y="27889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nodes ready before kubeadm ever runs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8880" y="3429000"/>
            <a:ext cx="896112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8FD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4290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· Task: Prepare underlying infrastructure for installing a Kubernetes cluster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PREP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Node Requirements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Baseline (per node)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CPUs minimum on control-plane nodes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 RAM minimum (4 GB+ recommended)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network connectivity between all nodes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hostname, MAC address, and product_uuid for every node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ports open between nodes (see next slide)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Baseline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supported Linux distribution (Ubuntu, RHEL/Rocky, Debian, etc.)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must be disabled (kubelet refuses to start with swap on by default)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container runtime installed and configured identically on every node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Time-synchronized via NTP/chrony to avoid certificate and etcd issues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PREP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Disabling Swap &amp; Why It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kubelet's default behavior is to fail to start if it detects swap is enabled — this is a very common exam and real-world gotcha.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swap immediately: swapoff -a</a:t>
            </a:r>
            <a:endParaRPr lang="en-US" sz="155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comment out (or delete) the swap line in /etc/fstab so it doesn't re-enable on reboot.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with: free -h — the Swap row should show 0 across the board.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exam, if a node 'won't join' or kubelet is crash-looping, checking swap status is one of the first three things to check.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NodeSwap as a kubelet feature gate exists for limited swap support, but the default and exam-expected configuration is swap fully disabled.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PREP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Modules &amp; sysctl Settings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every node (control-plane and worker) before installing the container runtime.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0881360" cy="3447288"/>
          </a:xfrm>
          <a:prstGeom prst="roundRect">
            <a:avLst>
              <a:gd name="adj" fmla="val 1592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10512"/>
            <a:ext cx="1042416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&lt;&lt;EOF | sudo tee /etc/modules-load.d/k8s.conf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overlay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br_netfilter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EOF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modprobe overlay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modprobe br_netfilter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&lt;&lt;EOF | sudo tee /etc/sysctl.d/k8s.conf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net.bridge.bridge-nf-call-iptables  =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net.bridge.bridge-nf-call-ip6tables =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net.ipv4.ip_forward                 =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EOF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sysctl --system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5321808"/>
            <a:ext cx="10881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br_netfilter lets iptables see bridged traffic — required for Service networking to work correctly.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net.ipv4.ip_forward = 1 allows the node to forward packets between Pods on different nodes.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this step is a classic cause of 'Pods can't reach Services on other nodes' symptoms.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PREP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Network Ports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Node(s)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6443 — Kubernetes API server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2379-2380 — etcd client &amp; peer communication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10250 — kubelet API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10259 — kube-scheduler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10257 — kube-controller-manager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10250 — kubelet API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30000-32767 — NodePort Services range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CNI-specific ports (e.g. UDP 8472 for Flannel VXLAN, or Calico's BGP 179)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nodes must reach each other on the Pod and Service CIDRs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PREP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Runtime Options (CRI-Compliant)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  <a:gridCol w="3200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Runtime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 Relevance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containerd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Most common default; lightweight, graduated CNCF project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Default in current exam environment; know crictl basics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CRI-O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Built specifically for Kubernetes; used heavily on OpenShift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Functionally similar CLI surface to containerd via crictl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Docker Engine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Requires cri-dockerd shim since dockershim removal (v1.24+)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Rare on exam; understand why dockershim was removed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PREP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containerd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steps — exact package names vary by distribution.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0881360" cy="3502152"/>
          </a:xfrm>
          <a:prstGeom prst="roundRect">
            <a:avLst>
              <a:gd name="adj" fmla="val 1567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10512"/>
            <a:ext cx="1042416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containerd from the official repo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apt-get update &amp;&amp; sudo apt-get install -y containerd.io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Generate a default config, then enable SystemdCgroup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containerd config default | sudo tee /etc/containerd/config.toml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sed -i 's/SystemdCgroup = false/SystemdCgroup = true/'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/etc/containerd/config.toml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restart containerd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enable containerd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5376672"/>
            <a:ext cx="10881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SystemdCgroup = true is required to match the kubelet's default cgroup driver — a mismatch here is a top exam troubleshooting scenario.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restart containerd after editing config.toml; kubeadm init will fail fast if the runtime socket is unreachable.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PREP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Prep — Pre-Flight Checklist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disabled on every node, and the fstab entry removed so it stays disabled across reboots.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br_netfilter and overlay kernel modules loaded; ip_forward and bridge sysctls set.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installed, running, and using the matching cgroup driver (systemd) as the kubelet.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 ports open between nodes (firewalld/ufw/security groups configured).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hostname and MAC address per node; time synchronized via chrony or systemd-timesyncd.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 init phase preflight automates many of these checks — but exam time is precious, so verify manually first.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2880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468880" y="18288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&amp; Manage Clusters Using kubeadm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468880" y="27889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bare nodes to a running cluster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8880" y="3429000"/>
            <a:ext cx="896112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8FD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4290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· Task: Create and manage Kubernetes clusters using kubeadm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kubeadm Toolchain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EAF4F8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29260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to bootstrap a cluster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certs, control-plane static Pods, bootstrap tokens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for day-2 app management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EAF4F8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965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560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17720" y="3200400"/>
            <a:ext cx="29260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agent; runs on every node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via systemd, NOT installed by kubeadm itself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the container runtime via CRI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EAF4F8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1965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2560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66760" y="3200400"/>
            <a:ext cx="29260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client for the API server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on nodes; required on an admin workstation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~/.kube/config for auth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kubeadm, kubelet &amp; kubectl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packages, same version, on every node — pin the version to match your target cluster.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0881360" cy="3749040"/>
          </a:xfrm>
          <a:prstGeom prst="roundRect">
            <a:avLst>
              <a:gd name="adj" fmla="val 1463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10512"/>
            <a:ext cx="1042416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apt-get update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apt-get install -y apt-transport-https ca-certificates curl gpg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https://pkgs.k8s.io/core:/stable:/v1.36/deb/Release.key |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sudo gpg --dearmor -o /etc/apt/keyrings/kubernetes-apt-keyring.gpg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'deb [signed-by=/etc/apt/keyrings/kubernetes-apt-keyring.gpg]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https://pkgs.k8s.io/core:/stable:/v1.36/deb/ /' |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sudo tee /etc/apt/sources.list.d/kubernetes.list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apt-get update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apt-get install -y kubelet kubeadm kubectl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apt-mark hold kubelet kubeadm kubectl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apt-mark hold prevents an unattended apt upgrade from silently jumping cluster versions.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package repo path is versioned per minor release — always match the repo (v1.36) to your intended cluster version.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kubeadm init — Bootstrapping the First Control-Plane Node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3474720"/>
          </a:xfrm>
          <a:prstGeom prst="roundRect">
            <a:avLst>
              <a:gd name="adj" fmla="val 1579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1042416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kubeadm init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--pod-network-cidr=192.168.0.0/16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--kubernetes-version=v1.36.0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--apiserver-advertise-address=10.0.0.10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Then, as the regular user: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$HOME/.kube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cp -i /etc/kubernetes/admin.conf $HOME/.kube/config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chown $(id -u):$(id -g) $HOME/.kube/config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07492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--pod-network-cidr must match what your chosen CNI plugin expects (e.g. Calico's default is 192.168.0.0/16).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 init prints a 'kubeadm join' command with a token and CA hash at the end — copy it immediately, it's needed for every worker.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admin.conf grants full cluster-admin access — treat it like a root credential.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kubeadm init Actually Does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preflight checks (swap, ports, container runtime reachability, etc.).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self-signed Certificate Authority and all component certificates under /etc/kubernetes/pki.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static Pod manifests for kube-apiserver, kube-controller-manager, kube-scheduler, and etcd into /etc/kubernetes/manifests — the kubelet picks these up automatically.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kubeconfig files for the controller-manager, scheduler, and the cluster admin.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the CoreDNS and kube-proxy add-ons as Deployments/DaemonSets via the API server.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bootstrap token and prints the kubeadm join command for workers.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&amp; Installing a CNI Plugin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a CNI plugin is installed, CoreDNS Pods stay in Pending/ContainerCreating and node status shows NotReady — this is expected, not a failure.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exam-relevant CNI choices: Calico (BGP or VXLAN, supports NetworkPolicy), Flannel (simple overlay, no NetworkPolicy support), Cilium (eBPF-based, supports NetworkPolicy).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by applying a single manifest from the CNI vendor, e.g.: kubectl apply -f https://raw.githubusercontent.com/projectcalico/calico/.../calico.yaml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success with: kubectl get pods -n kube-system and kubectl get nodes — all nodes should flip to Ready once CNI Pods are Running.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need NetworkPolicy enforcement on the exam (common task), make sure you picked a CNI that actually supports it — Flannel alone does not.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Joining Worker Nodes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exact command printed at the end of kubeadm init (regenerate it if the token has expired).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0881360" cy="3200400"/>
          </a:xfrm>
          <a:prstGeom prst="roundRect">
            <a:avLst>
              <a:gd name="adj" fmla="val 1714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10512"/>
            <a:ext cx="1042416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kubeadm join 10.0.0.10:6443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--token abcdef.0123456789abcdef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--discovery-token-ca-cert-hash sha256:1234...cdef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the original token expired (default TTL: 24h), create a new one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a control-plane node: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kubeadm token create --print-join-command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507492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 join contacts the API server, validates the CA hash, and requests a certificate via the bootstrap token — this is how trust is established without manually copying certs.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 token create --print-join-command is the single most useful command for the 'join a new worker' exam task.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joining, confirm with kubectl get nodes from a machine with admin kubeconfig.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Customizing kubeadm with a Config File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anything beyond the basics (custom certSANs, a different pod-network CIDR, feature gates), use a kubeadm config YAML instead of flags.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starting point: kubeadm config print init-defaults &gt; kubeadm-config.yaml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objects inside: ClusterConfiguration (cluster-wide settings like networking and etcd), InitConfiguration (this node's bootstrap settings), KubeletConfiguration.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 with: kubeadm init --config kubeadm-config.yaml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exam, you may be given a partially-filled config file and asked to correct a value (e.g. wrong podSubnet or kubernetesVersion) — read every field carefully.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Verifying a Freshly Installed Cluster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3776472"/>
          </a:xfrm>
          <a:prstGeom prst="roundRect">
            <a:avLst>
              <a:gd name="adj" fmla="val 1453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1042416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nodes -o wide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-n kube-system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cluster-info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componentstatuses        # deprecated but still seen on older clusters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version --short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Quick smoke test workload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deployment nginx --image=nginx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expose deployment nginx --port=80 --type=NodePort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svc nginx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376672"/>
            <a:ext cx="10881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nodes should report STATUS Ready; all kube-system Pods should be Running with 0 or low restarts.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smoke-test Deployment + Service is the fastest way to confirm networking, scheduling, and kube-proxy are all functioning end to end.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2880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468880" y="18288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the Lifecycle of Kubernetes Clusters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468880" y="27889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Upgrades, backups, and node maintenance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8880" y="3429000"/>
            <a:ext cx="896112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8FD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4290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· Task: Manage the lifecycle of Kubernetes clusters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LIFECYCLE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Kubernetes Version Skew Policy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kube-apiserver is always the most up-to-date component in the cluster — nothing should be newer than it.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kube-controller-manager, kube-scheduler, and kube-proxy may be up to one minor version older than kube-apiserver.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may be up to two minor versions older than kube-apiserver (and must never be newer).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may be one minor version older or newer than kube-apiserver.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 rule: upgrade one minor version at a time — you cannot skip from v1.34 straight to v1.36.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LIFECYCLE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Upgrading the Control Plane with kubeadm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4023360"/>
          </a:xfrm>
          <a:prstGeom prst="roundRect">
            <a:avLst>
              <a:gd name="adj" fmla="val 1364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1042416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Upgrade kubeadm itself first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apt-mark unhold kubeadm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apt-get install -y kubeadm=1.36.1-1.1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apt-mark hold kubeadm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See what the upgrade will do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kubeadm upgrade plan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Apply it on the FIRST control-plane node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kubeadm upgrade apply v1.36.1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Then upgrade kubelet &amp; kubectl, and restart kubelet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apt-mark unhold kubelet kubectl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apt-get install -y kubelet=1.36.1-1.1 kubectl=1.36.1-1.1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apt-mark hold kubelet kubectl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daemon-reload &amp;&amp; sudo systemctl restart kubelet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 upgrade apply is only run once, on the first control-plane node; additional control-plane nodes use kubeadm upgrade node.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drain a node before upgrading its kubelet in a production-realistic exam scenario.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LIFECYCLE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Upgrading Additional Control-Plane &amp; Worker Nodes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4023360"/>
          </a:xfrm>
          <a:prstGeom prst="roundRect">
            <a:avLst>
              <a:gd name="adj" fmla="val 1364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1042416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EACH additional control-plane node: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kubeadm upgrade node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EACH worker node, drain first from a control-plane host: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drain &lt;node-name&gt; --ignore-daemonsets --delete-emptydir-data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Then, ON the worker node itself: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apt-mark unhold kubeadm &amp;&amp; sudo apt-get install -y kubeadm=1.36.1-1.1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apt-mark hold kubeadm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kubeadm upgrade node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apt-mark unhold kubelet kubectl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apt-get install -y kubelet=1.36.1-1.1 kubectl=1.36.1-1.1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apt-mark hold kubelet kubectl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daemon-reload &amp;&amp; sudo systemctl restart kubelet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 on a control-plane host: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uncordon &lt;node-name&gt;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--ignore-daemonsets is required because DaemonSet-managed Pods are not evicted by drain by design.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uncordon after the upgrade, or the node will silently never receive new Pods again.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LIFECYCLE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Maintenance: cordon, drain, uncordon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cordon &lt;node&gt; — marks node unschedulable, existing Pods keep running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drain &lt;node&gt; — cordons AND evicts existing Pods gracefully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uncordon &lt;node&gt; — marks node schedulable again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Flags You'll Actually Need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--ignore-daemonsets — required if any DaemonSets are running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--delete-emptydir-data — required if any Pod uses an emptyDir volume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--force — also evicts Pods not managed by a controller (use with caution)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LIFECYCLE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Backing Up etcd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holds the entire cluster state — this is one of the highest-weighted exam tasks.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0881360" cy="3502152"/>
          </a:xfrm>
          <a:prstGeom prst="roundRect">
            <a:avLst>
              <a:gd name="adj" fmla="val 1567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10512"/>
            <a:ext cx="1042416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ETCDCTL_API=3 etcdctl snapshot save /opt/backups/etcd-snapshot.db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--endpoints=https://127.0.0.1:2379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--cacert=/etc/kubernetes/pki/etcd/ca.crt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--cert=/etc/kubernetes/pki/etcd/server.crt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--key=/etc/kubernetes/pki/etcd/server.key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Verify the snapshot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ETCDCTL_API=3 etcdctl --write-out=table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snapshot status /opt/backups/etcd-snapshot.db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5376672"/>
            <a:ext cx="10881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cert/key paths come straight from the static Pod manifest at /etc/kubernetes/manifests/etcd.yaml — read it if you forget the paths.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this command exactly; it appears almost verbatim on the real exam.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LIFECYCLE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Restoring etcd from a Snapshot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3474720"/>
          </a:xfrm>
          <a:prstGeom prst="roundRect">
            <a:avLst>
              <a:gd name="adj" fmla="val 1579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1042416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ETCDCTL_API=3 etcdctl snapshot restore /opt/backups/etcd-snapshot.db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--data-dir=/var/lib/etcd-restore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Edit /etc/kubernetes/manifests/etcd.yaml: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change hostPath for the etcd-data volume to /var/lib/etcd-restore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kubelet will detect the manifest change and restart the etcd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static Pod automatically — no 'kubectl apply' needed for static Pods.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07492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to a NEW data directory (not overwriting the old one) is the safest pattern and the one graders expect.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Pods are managed by the kubelet directly from files in /etc/kubernetes/manifests — editing the YAML is enough to trigger a restart.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restore, expect a short outage of the API server while etcd comes back up — this is normal.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LIFECYCLE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 Management — Common Pitfalls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drain a node before taking it down for maintenance — causes ungraceful Pod termination.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Upgrading kubelet to a version newer than kube-apiserver — violates the version skew policy and is explicitly disallowed.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a minor version during upgrade (e.g. v1.34 directly to v1.36) — unsupported and will fail validation.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an etcd snapshot by overwriting the live data directory instead of pointing to a fresh one — risks data corruption mid-restore.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apt-mark hold after a manual package install, leading to an unplanned version drift on the next apt upgrade.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2880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468880" y="18288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&amp; Configure a Highly-Available Control Plane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468880" y="27889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single points of failure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8880" y="3429000"/>
            <a:ext cx="896112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8FD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4290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· Task: Implement and configure a highly-available control plane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CONTROL PLANE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 Topologies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etcd (most common)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runs as a static Pod co-located on every control-plane node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deploy — kubeadm handles it natively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losing a control-plane node loses an etcd member too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minimum: 3 control-plane nodes for etcd quorum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etcd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runs on a separate, dedicated cluster of nodes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control-plane and etcd failure domains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to set up and operate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for very large or strict-availability production clusters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CONTROL PLANE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External Load Balancer Is Required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 and kubectl clients need ONE stable address to reach 'the API server,' even though there are multiple kube-apiserver instances.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TCP load balancer (HAProxy, a cloud LB, keepalived+nginx, etc.) sits in front of all control-plane nodes on port 6443 and health-checks each one.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address is what you pass to --control-plane-endpoint during kubeadm init — it must be set even for a single-node start if you plan to grow to HA later.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 setup: HAProxy or nginx stream module load-balancing TCP 6443 across 3 control-plane node IPs.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 balancer itself is NOT managed by Kubernetes — it's external infrastructure you must provision yourself.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CONTROL PLANE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Bootstrapping the First HA Control-Plane Node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3227832"/>
          </a:xfrm>
          <a:prstGeom prst="roundRect">
            <a:avLst>
              <a:gd name="adj" fmla="val 1700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104241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kubeadm init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--control-plane-endpoint "LOAD_BALANCER_DNS:6443"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--upload-certs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--pod-network-cidr=192.168.0.0/16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kubeadm prints TWO join commands at the end: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1. kubeadm join ... --control-plane --certificate-key &lt;key&gt;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2. kubeadm join ...                       (workers only)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4828032"/>
            <a:ext cx="10881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--control-plane-endpoint takes the load balancer's DNS name or IP, NOT any individual node's address.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--upload-certs encrypts and uploads the shared control-plane certs into a Secret in kube-system, so additional control-plane nodes can fetch them automatically.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--upload-certs, you'd need to manually copy /etc/kubernetes/pki to every new control-plane node — doable, but error-prone under exam time pressure.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CONTROL PLANE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Joining Additional Control-Plane Nodes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3776472"/>
          </a:xfrm>
          <a:prstGeom prst="roundRect">
            <a:avLst>
              <a:gd name="adj" fmla="val 1453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1042416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kubeadm join LOAD_BALANCER_DNS:6443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--token abcdef.0123456789abcdef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--discovery-token-ca-cert-hash sha256:1234...cdef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--control-plane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--certificate-key f8d8...e91a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certificate-key is only valid for 2 hours by default.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Regenerate if expired, from an existing control-plane node: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kubeadm init phase upload-certs --upload-certs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376672"/>
            <a:ext cx="10881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--control-plane flag is what tells kubeadm to also provision etcd, the API server, scheduler, and controller-manager on this node — omit it and you get a plain worker.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--certificate-key has expired, re-run upload-certs to get a fresh key without restarting the whole bootstrap process.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CONTROL PLANE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etcd Quorum &amp; HA Sizing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uses the Raft consensus algorithm, which requires a majority (quorum) of members to agree before committing a write.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odd number of etcd members is strongly recommended: 3 members tolerate 1 failure; 5 members tolerate 2 failures.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members tolerate ZERO failures (losing either one breaks quorum) — never deploy a 2-node control plane expecting HA.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kube-apiserver, scheduler, and controller-manager are stateless and can scale to any number — the real constraint is etcd's quorum math.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kubectl get pods -n kube-system -l component=etcd and etcdctl member list to verify member health and quorum status.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CONTROL PLANE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 Control Plane — Verification Checklist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nodes shows all control-plane nodes Ready with the control-plane,master role labels.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etcdctl member list (run from any control-plane node) shows the expected number of healthy members.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kube-apiserver on one control-plane node does NOT interrupt kubectl access through the load balancer.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endpoints kubernetes -n default lists every healthy API server IP behind the Service.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and controller-manager use leader election — confirm with kubectl get lease -n kube-system that exactly one instance holds each lease.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2880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468880" y="18288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Pods and Containers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468880" y="27889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deployable unit in Kubernetes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8880" y="3429000"/>
            <a:ext cx="896112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8FD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4290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· Pods, containers, and application building blocks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&amp; CONTAINERS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Pod?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Pod is the smallest deployable unit in Kubernetes — it wraps one or more containers that share network and storage.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containers in a Pod share the same IP address, port space, and can communicate over localhost.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containers in a Pod can share Volumes mounted at the Pod level.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are meant to be ephemeral and disposable — you almost never create bare Pods directly in production; a controller (Deployment, StatefulSet, DaemonSet) manages them instead.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Pod gets its own unique cluster IP address, assigned by the CNI plugin.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&amp; CONTAINERS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Minimal Pod Manifest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3776472"/>
          </a:xfrm>
          <a:prstGeom prst="roundRect">
            <a:avLst>
              <a:gd name="adj" fmla="val 1453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1042416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Pod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nginx-pod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app: nginx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nginx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nginx:1.27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containerPort: 80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376672"/>
            <a:ext cx="10881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run nginx-pod --image=nginx:1.27 --port=80 generates an equivalent Pod imperatively — fast for the exam, but learn to read/write the YAML too.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run --dry-run=client -o yaml is the fastest way to generate a starting YAML template under time pressure.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&amp; CONTAINERS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Pod Lifecycle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Phases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— accepted by the cluster, not yet scheduled or still pulling images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— bound to a node, at least one container running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Succeeded — all containers terminated successfully (exit 0)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— all containers terminated, at least one non-zero exit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— the Pod's state can't be determined (usually a node communication issue)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States (per container)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— not yet Running (pulling image, applying secrets, etc.)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— executing without issues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 — finished or was killed; check exit code and reason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&amp; CONTAINERS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Multi-Container Pod Patterns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— a helper container that extends the main container, e.g. a log-shipper reading from a shared volume. Runs for the Pod's full lifetime.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Ambassador — a proxy container that simplifies how the main container talks to the outside world (e.g. a local proxy to a remote DB).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— normalizes the main container's output for a consistent external interface (e.g. transforming metrics into a standard format).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Containers — run to completion, in order, BEFORE any app container starts; used for setup tasks like waiting on a dependency or seeding a volume.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Pod can have any combination of init containers and regular containers, but init containers always run first and sequentially.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&amp; CONTAINERS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 Containers 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4023360"/>
          </a:xfrm>
          <a:prstGeom prst="roundRect">
            <a:avLst>
              <a:gd name="adj" fmla="val 1364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1042416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Pod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app-with-init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initContainers: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wait-for-db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busybox:1.36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 ['sh', '-c', 'until nslookup db-service; do sleep 2; done']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app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my-app:1.0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wait-for-db never succeeds, the app container never starts — useful for the exam scenario 'Pod stuck in Init:0/1'.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describe pod app-with-init will show which init container is currently blocking startup.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&amp; CONTAINERS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Probes: Liveness, Readiness &amp; Startup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probe — 'is this container still healthy?' A failure causes the kubelet to restart the container.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probe — 'is this container ready to receive traffic?' A failure removes the Pod from Service endpoints, but does NOT restart it.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probe — disables liveness/readiness checks until it succeeds; protects slow-starting apps from being killed prematurely.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mechanisms: httpGet, tcpSocket, exec (run a command, exit code 0 = success), and grpc.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fields: initialDelaySeconds, periodSeconds, timeoutSeconds, successThreshold, failureThreshold.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&amp; CONTAINERS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 Configuration Example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3776472"/>
          </a:xfrm>
          <a:prstGeom prst="roundRect">
            <a:avLst>
              <a:gd name="adj" fmla="val 1453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1042416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web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image: my-web-app:2.1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livenessProbe: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httpGet: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path: /healthz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port: 8080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initialDelaySeconds: 10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periodSeconds: 10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failureThreshold: 3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readinessProbe: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tcpSocket: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port: 8080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periodSeconds: 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376672"/>
            <a:ext cx="10881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exam trap: a misconfigured liveness probe path (e.g. /healthz vs the app's real /health) causes endless CrashLoopBackOff — read kubectl describe pod events carefully.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probes are critical right after a rolling update so traffic isn't sent to Pods that aren't actually ready yet.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&amp; CONTAINERS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Requests &amp; Limits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— the amount of CPU/memory the scheduler guarantees is reserved for this container; used for scheduling decisions.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— the hard ceiling a container cannot exceed; exceeding a memory limit triggers an OOMKill, exceeding a CPU limit causes throttling (not termination).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is measured in cores or millicores (500m = half a core); memory in bytes with suffixes like Mi/Gi.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Pod's QoS class is derived automatically from its requests/limits: Guaranteed (requests == limits on every container), Burstable (requests set but unequal to limits), BestEffort (neither set).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class directly affects eviction order under node pressure: BestEffort Pods are evicted first, Guaranteed Pods last.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&amp; CONTAINERS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Requests &amp; Limits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4023360"/>
          </a:xfrm>
          <a:prstGeom prst="roundRect">
            <a:avLst>
              <a:gd name="adj" fmla="val 1364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1042416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app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image: my-app:1.0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cpu: "250m"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memory: "256Mi"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limits: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cpu: "500m"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memory: "512Mi"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top pod and kubectl top node (require metrics-server) help you choose sane values based on real usage.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that exceed memory limits are OOMKilled and show reason OOMKilled in kubectl describe pod.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2880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468880" y="18288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Deployments, Rolling Updates &amp; Rollbacks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468880" y="27889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application versions safely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8880" y="3429000"/>
            <a:ext cx="896112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8FD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4290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· Understand application deployments and perform rolling updates and rollbacks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Deployment Object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Deployment manages a ReplicaSet, which in turn manages a set of identical Pods — a three-layer hierarchy.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declare the DESIRED state (image, replica count, update strategy); the Deployment controller continuously reconciles toward it.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are the standard way to run stateless applications in Kubernetes.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Pod template (e.g. a new container image) triggers a new ReplicaSet and a rollout — the old ReplicaSet is scaled down as the new one scales up.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ReplicaSet, and Pod each get their own labels/selectors — understanding label matching is essential for troubleshooting 'why didn't my change roll out.'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Deployment Manifest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4023360"/>
          </a:xfrm>
          <a:prstGeom prst="roundRect">
            <a:avLst>
              <a:gd name="adj" fmla="val 1364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1042416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apps/v1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Deployment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web-app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replicas: 3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matchLabels: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app: web-app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labels: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app: web-app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containers: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web-app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image: web-app:1.0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spec.selector.matchLabels MUST match spec.template.metadata.labels — a mismatch is rejected by the API server outright.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create deployment web-app --image=web-app:1.0 --replicas=3 generates the imperative equivalent.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ReplicaSets Under the Hood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ReplicaSet's only job is to ensure a specified number of Pod replicas matching a label selector are running at all times.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almost never create a ReplicaSet directly — a Deployment creates and owns one (or several, during a rollout) for you.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rs shows ReplicaSets; OwnerReferences on each Pod link it back to its ReplicaSet, and the ReplicaSet back to its Deployment.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rolling update, you'll temporarily see TWO ReplicaSets: the old one scaling to 0 and the new one scaling up to the desired replica count.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ReplicaSets are kept around (scaled to 0) for rollback purposes, up to the revisionHistoryLimit (default 10).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Update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RollingUpdate (default)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Gradually replaces old Pods with new ones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maxUnavailable — how many Pods can be down during the update (default 25%)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maxSurge — how many EXTRA Pods can be created above desired count during the update (default 25%)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when combined with readiness probes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Terminates ALL old Pods first, then creates new ones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a brief full outage by design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old and new versions cannot run side-by-side (e.g. exclusive DB lock)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the Update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3529584"/>
          </a:xfrm>
          <a:prstGeom prst="roundRect">
            <a:avLst>
              <a:gd name="adj" fmla="val 1554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10424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strategy: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RollingUpdate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rollingUpdate: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maxUnavailable: 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maxSurge: 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replicas: 5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129784"/>
            <a:ext cx="1088136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replicas: 5, maxUnavailable: 1, maxSurge: 1, the Deployment will never run fewer than 4 or more than 6 Pods at once during a rollout.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maxUnavailable: 0 guarantees full capacity throughout the rollout, at the cost of requiring maxSurge to create extra Pods temporarily.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Performing &amp; Monitoring a Rollout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3529584"/>
          </a:xfrm>
          <a:prstGeom prst="roundRect">
            <a:avLst>
              <a:gd name="adj" fmla="val 1554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10424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Trigger an update by changing the image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set image deployment/web-app web-app=web-app:2.0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edit the manifest directly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edit deployment web-app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Watch progress in real time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status deployment/web-app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Inspect rollout history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history deployment/web-app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history deployment/web-app --revision=2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129784"/>
            <a:ext cx="1088136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rollout status blocks until the rollout completes (or fails) — perfect for scripting and for confirming success on the exam.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Revisions are only recorded with meaningful change-cause annotations if you use --record (deprecated) or set kubernetes.io/change-cause manually.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Back a Deployment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3776472"/>
          </a:xfrm>
          <a:prstGeom prst="roundRect">
            <a:avLst>
              <a:gd name="adj" fmla="val 1453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1042416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Roll back to the immediately previous revision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undo deployment/web-app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Roll back to a SPECIFIC revision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undo deployment/web-app --to-revision=2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Pause / resume a rollout (useful for canary-style manual control)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pause deployment/web-app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resume deployment/web-app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376672"/>
            <a:ext cx="10881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undo works by re-activating the matching old ReplicaSet and scaling it back up — this is why old ReplicaSets are kept around at 0 replicas.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exam task: 'a bad rollout caused an outage, fix it' — the expected answer is almost always kubectl rollout undo.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Diagnosing a Stuck or Failed Rollout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rollout status will hang if new Pods never become Ready — check kubectl describe pod for the new ReplicaSet's Pods first.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causes: a bad image tag/typo (ImagePullBackOff), a failing readiness probe, insufficient cluster resources (Pending Pods), or a missing ConfigMap/Secret referenced by the new Pod spec.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rs shows you the desired/current/ready counts per ReplicaSet — compare old vs. new to see exactly where the rollout is stuck.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progressDeadlineSeconds is exceeded, the Deployment condition reports Progressing=False with reason ProgressDeadlineExceeded.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recovery is almost always kubectl rollout undo while you investigate the root cause separately.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2880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468880" y="18288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ConfigMaps and Secrets to Configure Applications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468880" y="27889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configuration from container images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8880" y="3429000"/>
            <a:ext cx="896112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8FD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4290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· Use ConfigMaps and Secrets to configure applications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 &amp; SECRETS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ConfigMaps: Purpose &amp; Creation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ConfigMap stores non-confidential key-value configuration data, decoupled from container images so the same image can run in dev, staging, and prod.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from literals: kubectl create configmap app-config --from-literal=LOG_LEVEL=debug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from a file: kubectl create configmap app-config --from-file=app.properties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from a whole directory: kubectl create configmap app-config --from-file=./config-dir/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plain text in etcd — never put credentials or secrets in a ConfigMap.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 &amp; SECRETS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Consuming a ConfigMap as Environment Variables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4023360"/>
          </a:xfrm>
          <a:prstGeom prst="roundRect">
            <a:avLst>
              <a:gd name="adj" fmla="val 1364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1042416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Pod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app-pod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app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my-app:1.0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envFrom: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configMapRef: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app-config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SPECIFIC_KEY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valueFrom: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configMapKeyRef: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name: app-config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key: LOG_LEVEL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envFrom dumps every key in the ConfigMap as an env var; configMapKeyRef pulls a single specific key under a custom env var name.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are only read once at container start — updating the ConfigMap does NOT update already-running containers' environment.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 &amp; SECRETS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Consuming a ConfigMap as a Volume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3776472"/>
          </a:xfrm>
          <a:prstGeom prst="roundRect">
            <a:avLst>
              <a:gd name="adj" fmla="val 1453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1042416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app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my-app:1.0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volumeMounts: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config-volume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mountPath: /etc/config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volumes: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config-volume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configMap: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name: app-config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376672"/>
            <a:ext cx="10881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key in the ConfigMap becomes a separate file in /etc/config, with the key as filename and value as file contents.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env vars, volume-mounted ConfigMaps DO update automatically (after a short sync delay) when the ConfigMap changes — a key exam distinction.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 &amp; SECRETS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Secrets: Purpose &amp;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sensitive data: passwords, tokens, SSH keys, TLS certs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Base64-ENCODED, not encrypted, by default — enable encryption-at-rest in etcd for real protection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out of Pod specs and container images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Types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— generic, user-defined key-value data (default type)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kubernetes.io/tls — holds a TLS cert + key (tls.crt / tls.key)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kubernetes.io/dockerconfigjson — private registry credentials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kubernetes.io/basic-auth, kubernetes.io/ssh-auth — standardized auth secrets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 &amp; SECRETS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&amp; Consuming Secrets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4023360"/>
          </a:xfrm>
          <a:prstGeom prst="roundRect">
            <a:avLst>
              <a:gd name="adj" fmla="val 1364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1042416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secret generic db-creds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--from-literal=username=admin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--from-literal=password='S3cr3t!'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Pod spec excerpt: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app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envFrom: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secretRef: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name: db-creds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volumeMounts: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secret-vol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mountPath: /etc/secret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readOnly: true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secret-vol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secret: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secretName: db-creds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secret db-creds -o yaml shows base64-encoded values — decode with: echo '&lt;value&gt;' | base64 -d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 as readOnly: true is a best practice exam graders look for, even though it isn't strictly enforced by Kubernetes.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 &amp; SECRETS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ConfigMap vs. Secret — Quick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namespaced, key-value API objects consumed the same way (env vars or volumes).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data is stored as plain text in etcd; Secret data is base64-encoded (NOT encrypted, unless you separately enable EncryptionConfiguration for etcd).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support immutable: true to prevent accidental edits and improve API server performance at scale (large clusters watch fewer objects for changes).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ConfigMap for: log levels, feature flags, app.properties files, non-sensitive URLs.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Secret for: database passwords, API tokens, TLS certificates, any credential.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2880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468880" y="18288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Workload Autoscaling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468880" y="27889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capacity to demand automatically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8880" y="3429000"/>
            <a:ext cx="896112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8FD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4290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· Configure workload autoscaling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Horizontal Pod Autoscaler (HPA)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automatically adjusts the NUMBER of Pod replicas in a Deployment/ReplicaSet/StatefulSet based on observed metrics.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the metrics-server add-on to be installed — it's what exposes CPU/memory usage via the metrics.k8s.io API.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metric: average CPU utilization across all Pods, compared to a target percentage of the Pod's requested CPU.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also scale on memory, or on custom/external metrics (e.g. queue length) via the custom.metrics.k8s.io API — requires an adapter like Prometheus Adapter.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checks metrics periodically (default every 15s) and adjusts replicas gradually to avoid thrashing.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an HPA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3776472"/>
          </a:xfrm>
          <a:prstGeom prst="roundRect">
            <a:avLst>
              <a:gd name="adj" fmla="val 1453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1042416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autoscale deployment web-app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--cpu-percent=50 --min=2 --max=10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Equivalent YAML: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autoscaling/v2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HorizontalPodAutoscaler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web-app-hpa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scaleTargetRef: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apiVersion: apps/v1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kind: Deployment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web-app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minReplicas: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maxReplicas: 10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metrics: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type: Resource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resource: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name: cpu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target: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type: Utilization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averageUtilization: 50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5376672"/>
            <a:ext cx="10881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scaleTargetRef.kind must point at a scalable resource — Deployment, ReplicaSet, or StatefulSet (not a bare Pod).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hpa shows current vs. target metric value and current replica count — use it to verify the HPA is actually evaluating correctly.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HPA Requires resources.requests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HPA's CPU/memory percentage targets are calculated relative to each container's resources.requests — not limits.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container has no CPU request set, the HPA cannot compute a utilization percentage for it, and scaling on CPU will not work correctly.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trap: an HPA is created and shows &lt;unknown&gt;/50% in kubectl get hpa — the root cause is almost always a missing resources.requests.cpu on the target Deployment.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requests before configuring CPU- or memory-based HPA, even if you don't set a corresponding limit.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VPA &amp; Cluster Autoscaler — The Bigger Picture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Pod Autoscaler (VPA)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a Pod's CPU/memory REQUESTS automatically based on historical usage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built-in API — installed as a separate add-on (different project than core Kubernetes)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modes: Off (recommend only), Initial, Recreate, Auto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NOT combined with HPA on the same metric (CPU) — they can fight each other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Autoscaler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the NUMBER OF NODES in the cluster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nodes when Pods are Pending due to insufficient resources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underutilized nodes after a configurable idle period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Cloud-provider specific (works with node groups/ASGs/MIGs)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Autoscaling — Putting It All Together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scales Pod COUNT horizontally in response to load (most common exam-tested autoscaler).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VPA scales individual Pod resource REQUESTS vertically (right-sizing, less commonly tested but conceptually important).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Autoscaler scales NODE COUNT so the cluster has enough capacity to actually schedule what HPA/VPA ask for.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can run together in a real production cluster, each operating at a different layer of the stack.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exam: be fluent with kubectl autoscale and reading/writing HPA YAML; VPA and Cluster Autoscaler are more conceptual knowledge.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2880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468880" y="18288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Primitives for Robust, Self-Healing Deployments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468880" y="27889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Kubernetes recovers from failure automatically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8880" y="3429000"/>
            <a:ext cx="896112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8FD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4290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· Understand the primitives used to create robust, self-healing application deployments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"Self-Healing" Means in Kubernetes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is built around a continuous reconciliation loop: controllers constantly compare desired state (your YAML) to actual state, and act to close any gap.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reconciliation model is what makes the platform self-healing — no single component needs to 'remember' to fix things; it just keeps re-checking.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operates at multiple layers: container restarts (kubelet), Pod replacement (ReplicaSet), and traffic redirection (Service + readiness probes).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WHICH primitive handles WHICH kind of failure is a frequent exam theme.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Primitives at a Glance</a:t>
            </a:r>
            <a:endParaRPr lang="en-US" sz="24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206240"/>
                <a:gridCol w="3749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Primitive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Failure It Handles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Mechanism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kubelet + restartPolicy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A container crashes or fails its liveness probe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Restarts the container locally, with exponential backoff (CrashLoopBackOff)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ReplicaSet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An entire Pod is deleted or its node fails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Creates a brand-new replacement Pod to match desired replica count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Readiness probe + Service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A Pod is unhealthy but still running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Removes the Pod from Service endpoints so traffic stops flowing to it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Deployment controller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A bad rollout breaks the app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kubectl rollout undo reverts to the last known-good ReplicaSet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Node controller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An entire node stops responding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Marks node NotReady, eventually evicts and reschedules its Pods elsewhere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restartPolicy &amp; CrashLoopBackOff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restartPolicy is set at the Pod level: Always (default, used by Deployments), OnFailure (restart only on non-zero exit, common for Jobs), Never.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container keeps crashing, the kubelet applies an exponential backoff delay between restart attempts (10s, 20s, 40s... capped at 5 minutes).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CrashLoopBackOff in kubectl get pods means the kubelet is actively in this backoff cycle — it is NOT a permanent failure state by itself.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kubectl logs &lt;pod&gt; --previous to see why the LAST crashed instance failed, since the current container may not have logs yet.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kubectl describe pod's Events section, this is the standard two-step diagnostic flow for any crashing Pod.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ReplicaSets &amp; Deployments as Self-Healing Controllers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manually kubectl delete a Pod that's managed by a ReplicaSet, a new one is created within moments — this is reconciliation in action, not magic.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entire node dies, the node controller eventually marks it NotReady and (after a timeout, default ~5 minutes) the Pods on it are rescheduled onto healthy nodes.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add a layer on top of ReplicaSets specifically to make ROLLOUTS self-healing too — a failed or stuck rollout can always be reverted with rollout undo.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PodDisruptionBudgets (PDBs) protect availability DURING voluntary disruptions (like drains or upgrades) by capping how many Pods of an app can be down at once.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PodDisruptionBudget Example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 minimum number of Pods stay available during voluntary disruptions like node drains.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0881360" cy="3447288"/>
          </a:xfrm>
          <a:prstGeom prst="roundRect">
            <a:avLst>
              <a:gd name="adj" fmla="val 1592"/>
            </a:avLst>
          </a:prstGeom>
          <a:solidFill>
            <a:srgbClr val="0B2330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10512"/>
            <a:ext cx="1042416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policy/v1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PodDisruptionBudget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web-app-pdb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minAvailable: 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matchLabels: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app: web-app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5321808"/>
            <a:ext cx="10881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drain respects PDBs — it will refuse to evict a Pod if doing so would violate minAvailable, and will retry/wait instead.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use maxUnavailable instead of minAvailable, but not both in the same PDB.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PDBs protect against VOLUNTARY disruption only (drains, upgrades) — they cannot prevent a node hardware failure.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— Module Recap Table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container crashes → kubelet restarts it locally per restartPolicy.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becomes unhealthy but stays running → readiness probe pulls it out of Service rotation.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is deleted or its node dies → ReplicaSet creates a replacement elsewhere.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deploy breaks the app for everyone → kubectl rollout undo restores the last good ReplicaSet.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needs maintenance → cordon + drain (respecting PodDisruptionBudgets) relocates workloads safely first.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primitives mean a well-configured Kubernetes application can survive container crashes, Pod loss, node loss, and bad deploys with little or no manual intervention.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2880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468880" y="18288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Certification-Style Questions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468880" y="27889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aids modeled on real CKA performance-task themes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8880" y="3429000"/>
            <a:ext cx="896112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8FD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4290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live CKA exam is 100% hands-on terminal tasks — these multiple-choice items are for concept review 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80360" y="3657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Prep &amp; kubeadm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worker node fails to join the cluster. The kubelet log shows: "running with swap on is not supported." What is the correct fix?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5740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Increase the node's memory limit in the kubelet config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3405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7F5EC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7340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Run swapoff -a and remove the swap entry from /etc/fstab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0" y="27340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41071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41071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Add --ignore-preflight-errors=Swap to kubeadm join and leave swap enabled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8736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873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Restart the container runtime service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809744"/>
            <a:ext cx="10881360" cy="1636776"/>
          </a:xfrm>
          <a:prstGeom prst="roundRect">
            <a:avLst>
              <a:gd name="adj" fmla="val 3352"/>
            </a:avLst>
          </a:prstGeom>
          <a:solidFill>
            <a:srgbClr val="FBF3E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82896"/>
            <a:ext cx="104241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kubelet refuses to start by default if swap is detected. The correct production fix is to disable swap with swapoff -a and remove the swap line from /etc/fstab so it stays disabled across reboots. Option C technically silences the check but is explicitly discouraged outside of testing, since it leaves swap enabled and unsupported.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80360" y="3657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 Cluster Lifecycle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need to upgrade a 3-node kubeadm cluster currently on v1.35.2 to v1.36.1. What is the correct high-level order of operations?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5740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Upgrade all worker kubelets first, then the control-plane node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3405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7F5EC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7340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Upgrade kubeadm and run 'kubeadm upgrade apply' on the first control-plane node, then upgrade kubelet/kubectl there, then repeat kubeadm/kubelet upgrades on remaining nodes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0" y="27340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41071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41071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Run 'kubectl upgrade cluster --version v1.36.1' from any node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8736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873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Re-run 'kubeadm init' on the control-plane node with the new version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809744"/>
            <a:ext cx="10881360" cy="1636776"/>
          </a:xfrm>
          <a:prstGeom prst="roundRect">
            <a:avLst>
              <a:gd name="adj" fmla="val 3352"/>
            </a:avLst>
          </a:prstGeom>
          <a:solidFill>
            <a:srgbClr val="FBF3E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82896"/>
            <a:ext cx="104241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 upgrades are component-by-component and node-by-node: upgrade the kubeadm binary first, run 'kubeadm upgrade apply' (or 'upgrade node' on subsequent control-plane nodes) on the control plane first, then upgrade kubelet/kubectl, then move to other nodes. There is no 'kubectl upgrade cluster' command, and re-running kubeadm init would attempt to re-bootstrap the cluster.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80360" y="3657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Backup &amp; Restore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command correctly takes a snapshot of etcd's data using the certificates from a standard kubeadm-deployed cluster?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5740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kubectl get etcd --export &gt; snapshot.db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3405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7F5EC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7340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etcdctl snapshot save snapshot.db --endpoints=https://127.0.0.1:2379 --cacert=/etc/kubernetes/pki/etcd/ca.crt --cert=/etc/kubernetes/pki/etcd/server.crt --key=/etc/kubernetes/pki/etcd/server.key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0" y="27340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41071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41071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kubeadm backup etcd --output snapshot.db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8736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873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cp -r /var/lib/etcd snapshot.db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809744"/>
            <a:ext cx="10881360" cy="1636776"/>
          </a:xfrm>
          <a:prstGeom prst="roundRect">
            <a:avLst>
              <a:gd name="adj" fmla="val 3352"/>
            </a:avLst>
          </a:prstGeom>
          <a:solidFill>
            <a:srgbClr val="FBF3E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82896"/>
            <a:ext cx="104241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etcdctl snapshot save is the correct tool, and it requires the etcd client certificate, key, and CA, which on a kubeadm cluster live under /etc/kubernetes/pki/etcd/. There is no native 'kubeadm backup' command, no 'kubectl get etcd' resource, and simply copying the data directory while etcd is live risks an inconsistent, unusable backup.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80360" y="3657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Highly-Available Control Plane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bootstrapping the first node of a new HA cluster, which kubeadm init flag uploads the shared control-plane certificates so additional control-plane nodes can join without manually copying /etc/kubernetes/pki?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5740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--control-plane-endpoint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3405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7F5EC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7340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--upload-certs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0" y="27340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41071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41071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--pod-network-cidr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8736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873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--cert-dir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809744"/>
            <a:ext cx="10881360" cy="1636776"/>
          </a:xfrm>
          <a:prstGeom prst="roundRect">
            <a:avLst>
              <a:gd name="adj" fmla="val 3352"/>
            </a:avLst>
          </a:prstGeom>
          <a:solidFill>
            <a:srgbClr val="FBF3E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82896"/>
            <a:ext cx="104241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--upload-certs encrypts the control-plane certificates and uploads them as a Secret in the kube-system namespace, allowing kubeadm join --control-plane on additional nodes to retrieve them automatically using a short-lived --certificate-key. --control-plane-endpoint sets the shared load-balanced address but does not handle certificate distribution.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80360" y="3657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&amp; Rollbacks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Deployment rollout to image web-app:2.0 has caused all new Pods to enter CrashLoopBackOff. What is the fastest way to restore service while you investigate?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5740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kubectl delete deployment web-app and recreate it from scratch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3405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7340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kubectl scale deployment web-app --replicas=0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41071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7F5EC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41071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kubectl rollout undo deployment/web-app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0" y="341071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08736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873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kubectl edit pod for each broken Pod individually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809744"/>
            <a:ext cx="10881360" cy="1636776"/>
          </a:xfrm>
          <a:prstGeom prst="roundRect">
            <a:avLst>
              <a:gd name="adj" fmla="val 3352"/>
            </a:avLst>
          </a:prstGeom>
          <a:solidFill>
            <a:srgbClr val="FBF3E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82896"/>
            <a:ext cx="104241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rollout undo reactivates the previous, known-good ReplicaSet and scales it back up immediately, restoring service in seconds without losing the Deployment's history. Deleting the Deployment is destructive and unnecessary; scaling to 0 causes a full outage; editing individual Pods doesn't fix a Deployment-managed rollout.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80360" y="3657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 &amp; Secrets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application Pod needs configuration that updates live (without a Pod restart) whenever the cluster admin changes a ConfigMap. Which consumption method should be used?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5740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envFrom with configMapRef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3405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7340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env with a configMapKeyRef for each variable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41071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7F5EC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41071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Mounting the ConfigMap as a Volume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0" y="341071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08736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873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Baking the values into the container image at build time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809744"/>
            <a:ext cx="10881360" cy="1636776"/>
          </a:xfrm>
          <a:prstGeom prst="roundRect">
            <a:avLst>
              <a:gd name="adj" fmla="val 3352"/>
            </a:avLst>
          </a:prstGeom>
          <a:solidFill>
            <a:srgbClr val="FBF3E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82896"/>
            <a:ext cx="104241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Volume-mounted ConfigMaps are updated on disk automatically (after a brief sync delay, typically under a minute) whenever the underlying ConfigMap changes, without restarting the Pod. Environment variables -- whether via envFrom or a per-key configMapKeyRef -- are only read once at container start and will NOT reflect later ConfigMap changes.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80360" y="3657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Autoscaling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create a HorizontalPodAutoscaler targeting a Deployment for 50% CPU utilization, but 'kubectl get hpa' shows TARGETS as &lt;unknown&gt;/50%. What is the most likely root cause?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5740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HPA API version is deprecated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3405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7F5EC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7340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target Deployment's containers have no resources.requests.cpu set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0" y="27340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41071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41071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cluster does not have a CNI plugin installed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8736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873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Deployment has too many replicas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809744"/>
            <a:ext cx="10881360" cy="1636776"/>
          </a:xfrm>
          <a:prstGeom prst="roundRect">
            <a:avLst>
              <a:gd name="adj" fmla="val 3352"/>
            </a:avLst>
          </a:prstGeom>
          <a:solidFill>
            <a:srgbClr val="FBF3E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82896"/>
            <a:ext cx="104241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computes CPU utilization as a percentage of each container's resources.requests.cpu. If no CPU request is set, there is no baseline to calculate a percentage against, so the current value shows as &lt;unknown&gt;. (It also requires metrics-server to be installed and healthy, but given that targets show a value at all for the percentage denominator, the classic root cause tested on exams is the missing request.)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80360" y="3657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Primitives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Pod is Running but is not receiving any traffic from its Service, even though the application process inside it is alive. What is the most likely explanation?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5740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Pod's liveness probe is failing, so the kubelet is about to restart it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3405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7F5EC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7340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Pod's readiness probe is failing, so it has been removed from the Service's Endpoints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0" y="27340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41071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41071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node the Pod is on has been cordoned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8736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4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873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Deployment's replica count was set to 0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809744"/>
            <a:ext cx="10881360" cy="1636776"/>
          </a:xfrm>
          <a:prstGeom prst="roundRect">
            <a:avLst>
              <a:gd name="adj" fmla="val 3352"/>
            </a:avLst>
          </a:prstGeom>
          <a:solidFill>
            <a:srgbClr val="FBF3E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82896"/>
            <a:ext cx="104241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failing readiness probe does not restart the container -- it only removes the Pod from the Service's Endpoints/EndpointSlice, stopping new traffic from being routed to it, while the process itself keeps running. A failing liveness probe would instead cause a restart. Cordoning only blocks new Pod scheduling onto the node; it doesn't affect already-running Pods' traffic.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2880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2700000">
              <a:srgbClr val="1B2A36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468880" y="18288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Classroom Practice Lab Questions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468880" y="27889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exercises — work these on a real or sandbox cluster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8880" y="3429000"/>
            <a:ext cx="896112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8FD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4290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note: these mirror the performance-based task style of the real CKA exam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LAB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This Practice 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411480"/>
            <a:ext cx="502920" cy="502920"/>
          </a:xfrm>
          <a:prstGeom prst="ellipse">
            <a:avLst/>
          </a:prstGeom>
          <a:solidFill>
            <a:srgbClr val="EAF4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below should be performed live on a kubeadm-built lab cluster (a 1 control-plane + 2 worker-node setup is ideal).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each task with a strict time box, just like the real exam (5-12 minutes depending on complexity) to build exam-pace muscle memory.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kubectl explain &lt;resource&gt; and kubectl --help liberally — these are available during the real exam too.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kubernetes.io/docs during practice; the real exam permits the official Kubernetes documentation in-browser.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task, verify your own work with kubectl get / describe before moving on — the exam rewards verified, working solutions, not just submitted commands.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154680" y="3657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Prep &amp; kubeadm Cluster Creation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time: 45-60 minutes for the full set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544683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4468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10241280" cy="711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fresh Ubuntu VM, disable swap permanently and verify with 'free -h' that 0 is shown for all swap values.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65238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56609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5660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083526"/>
            <a:ext cx="10241280" cy="711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required sysctl settings (br_netfilter, ip_forward) and confirm they persist after a reboot.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777163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6853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6853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795451"/>
            <a:ext cx="10241280" cy="711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containerd, set SystemdCgroup = true, and verify the service is active with systemctl status.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489089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68046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804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507377"/>
            <a:ext cx="10241280" cy="711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kubeadm, kubelet, and kubectl at a pinned version, then hold the packages so they won't auto-upgrade.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201015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39238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9238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4219303"/>
            <a:ext cx="10241280" cy="711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kubeadm init with a pod-network-cidr of your choice, then set up your local kubeconfig as a non-root user.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912941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104311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10431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4931229"/>
            <a:ext cx="10241280" cy="711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 CNI plugin of your choice and confirm all kube-system Pods reach Running status.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624866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5816237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81623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88720" y="5643154"/>
            <a:ext cx="10241280" cy="711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new join token and join two worker nodes to the cluster; confirm all nodes show Ready.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154680" y="3657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Lifecycle &amp; High Availability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time: 45-60 minutes for the full set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60401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401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1024128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 etcd snapshot using etcdctl and verify it with 'snapshot status' before making any further changes.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83892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43459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3459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202180"/>
            <a:ext cx="1024128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delete a Kubernetes object (e.g. a Namespace with workloads in it), then restore the cluster from your etcd snapshot and confirm the object is back.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014472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26517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651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032760"/>
            <a:ext cx="1024128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Cordon and drain a worker node, confirm its Pods rescheduled elsewhere, then uncordon it again.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845052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09575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957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863340"/>
            <a:ext cx="1024128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your lab cluster by exactly one minor version using kubeadm upgrade plan / apply, following correct version-skew order.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675632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92633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92633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4693920"/>
            <a:ext cx="1024128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second control-plane node and join it using --control-plane and a fresh --certificate-key.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506212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75691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75691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5524500"/>
            <a:ext cx="1024128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etcdctl member list and confirm you see the expected number of healthy etcd members after adding the second control-plane node.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154680" y="3657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Pods, Deployments, Rollouts &amp; Self-Healing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time: 45-60 minutes for the full set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60401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401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1024128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Pod with an init container that waits for a (deliberately missing) Service, and use kubectl describe to identify exactly why it's stuck in Init:0/1.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83892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43459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3459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202180"/>
            <a:ext cx="1024128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liveness probe with an intentionally wrong path to a running Deployment, observe the resulting CrashLoopBackOff, then fix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014472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26517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651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032760"/>
            <a:ext cx="1024128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Deployment with 5 replicas and a RollingUpdate strategy capped at maxUnavailable: 1, maxSurge: 1; trigger an update and watch kubectl get rs during the transition.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845052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09575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957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863340"/>
            <a:ext cx="1024128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a Deployment update to a broken image tag, confirm the failure with kubectl rollout status, then roll back using kubectl rollout undo.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675632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92633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92633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4693920"/>
            <a:ext cx="1024128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single Pod that belongs to a Deployment and time how quickly a replacement appears; explain which controller is responsible.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506212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75691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75691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5524500"/>
            <a:ext cx="1024128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PodDisruptionBudget with minAvailable: 2 for a 3-replica Deployment, then attempt to drain a node running 2 of those Pods and observe the drain behavior.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154680" y="3657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ConfigMaps, Secrets &amp; Autoscaling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time: 30-45 minutes for the full set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60401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401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1024128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ConfigMap from literal values and mount it into a Pod as environment variables; confirm the values with kubectl exec ... env.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83892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43459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3459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202180"/>
            <a:ext cx="1024128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second ConfigMap and mount it as a Volume instead; update the ConfigMap and observe how long it takes for the mounted file to reflect the change.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014472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26517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651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032760"/>
            <a:ext cx="1024128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Opaque Secret holding a username and password, mount it as a read-only Volume, and confirm the decoded values inside the container.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845052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09575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957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863340"/>
            <a:ext cx="1024128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metrics-server on your lab cluster (or confirm it's already present) and run kubectl top nodes / kubectl top pods successfully.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675632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92633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92633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4693920"/>
            <a:ext cx="1024128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explicit CPU requests on a Deployment, then create an HPA targeting 50% CPU utilization with min 2 / max 6 replicas.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506212"/>
            <a:ext cx="10881360" cy="0"/>
          </a:xfrm>
          <a:prstGeom prst="line">
            <a:avLst/>
          </a:prstGeom>
          <a:noFill/>
          <a:ln w="6350">
            <a:solidFill>
              <a:srgbClr val="D7E3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75691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75691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5524500"/>
            <a:ext cx="1024128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artificial CPU load against the Deployment from Question 5 and observe the HPA scale the replica count up, then back down once load stops.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— 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058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solidFill>
                  <a:srgbClr val="DC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prep (swap, kernel modules, container runtime, ports) is the foundation every kubeadm install depends on — most early failures trace back here.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solidFill>
                  <a:srgbClr val="DC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 init / join / upgrade form a consistent, memorizable toolchain for the full cluster lifecycle.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solidFill>
                  <a:srgbClr val="DC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backup and restore is one of the highest-value commands to have memorized cold for the exam.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solidFill>
                  <a:srgbClr val="DC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control planes hinge on three things: an external load balancer, --upload-certs, and odd-numbered etcd quorum.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solidFill>
                  <a:srgbClr val="DC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Pods, Deployments, ConfigMaps/Secrets, HPA, and self-healing primitives all compose together to run real, resilient applications — not just isolated YAML exercises.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548640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FD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486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Module 2 — Services &amp; Networking (CNI, Services, Ingress, NetworkPolicy) — the second-largest domain on the CKA exam.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v1.36 ·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90</Slides>
  <Notes>90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CKA v1.36 Certification Prep - Module 1</dc:title>
  <dc:subject>PptxGenJS Presentation</dc:subject>
  <dc:creator>CKA Prep Course</dc:creator>
  <cp:lastModifiedBy>CKA Prep Course</cp:lastModifiedBy>
  <cp:revision>1</cp:revision>
  <dcterms:created xsi:type="dcterms:W3CDTF">2026-06-21T05:12:58Z</dcterms:created>
  <dcterms:modified xsi:type="dcterms:W3CDTF">2026-06-21T05:12:58Z</dcterms:modified>
</cp:coreProperties>
</file>